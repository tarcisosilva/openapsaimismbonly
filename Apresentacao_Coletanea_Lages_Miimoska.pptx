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B2A24"/>
                </a:solidFill>
                <a:latin typeface="Calibri Light"/>
              </a:rPr>
              <a:t>COLETÂNEA DE LEMBRANCINHAS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2E7D62"/>
                </a:solidFill>
                <a:latin typeface="Calibri Light"/>
              </a:rPr>
              <a:t>Para Campanha de Pregação em Lages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D5BB"/>
                </a:solidFill>
                <a:latin typeface="Calibri"/>
              </a:rPr>
              <a:t>—  ✦  —</a:t>
            </a:r>
          </a:p>
        </p:txBody>
      </p:sp>
      <p:pic>
        <p:nvPicPr>
          <p:cNvPr id="7" name="Picture 6" descr="_capa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850392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2"/>
                </a:solidFill>
                <a:latin typeface="Calibri"/>
              </a:rPr>
              <a:t>18 ideias  •  4 categorias  •  R$ 0,15 a R$ 3,00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  <a:latin typeface="Calibri"/>
              </a:rPr>
              <a:t>Inspirado no acervo @miimoska_ — instagram.com/miimoska_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A24"/>
                </a:solidFill>
                <a:latin typeface="Calibri Light"/>
              </a:rPr>
              <a:t>Visão geral — 4 categorias</a:t>
            </a:r>
          </a:p>
        </p:txBody>
      </p:sp>
      <p:pic>
        <p:nvPicPr>
          <p:cNvPr id="4" name="Picture 3" descr="_plano_l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9280" cy="3200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280160"/>
            <a:ext cx="137160" cy="1051560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1280160"/>
            <a:ext cx="5029200" cy="10515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53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62"/>
                </a:solidFill>
                <a:latin typeface="Calibri"/>
              </a:rPr>
              <a:t>01  Cartões &amp; Marcadores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2"/>
                </a:solidFill>
                <a:latin typeface="Calibri"/>
              </a:rPr>
              <a:t>4 ideias  •  R$ 0,15–0,55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Leves e baratos para deixar com moradores em massa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514600"/>
            <a:ext cx="137160" cy="105156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514600"/>
            <a:ext cx="5029200" cy="10515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587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A5F"/>
                </a:solidFill>
                <a:latin typeface="Calibri"/>
              </a:rPr>
              <a:t>02  Caixinhas &amp; Embalagens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2"/>
                </a:solidFill>
                <a:latin typeface="Calibri"/>
              </a:rPr>
              <a:t>5 ideias  •  R$ 1,25–3,00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Lembrança que fica na mesa e gera conversa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749040"/>
            <a:ext cx="137160" cy="1051560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3749040"/>
            <a:ext cx="5029200" cy="10515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822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8A"/>
                </a:solidFill>
                <a:latin typeface="Calibri"/>
              </a:rPr>
              <a:t>03  Doces &amp; Mimos quentinhos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2"/>
                </a:solidFill>
                <a:latin typeface="Calibri"/>
              </a:rPr>
              <a:t>4 ideias  •  R$ 0,55–1,20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 cara do inverno lageano — sabor e acolhimento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983480"/>
            <a:ext cx="137160" cy="1051560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983480"/>
            <a:ext cx="5029200" cy="10515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5056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C6E54"/>
                </a:solidFill>
                <a:latin typeface="Calibri"/>
              </a:rPr>
              <a:t>04  Papelaria &amp; Utilitários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2"/>
                </a:solidFill>
                <a:latin typeface="Calibri"/>
              </a:rPr>
              <a:t>5 ideias  •  R$ 0,28–3,00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669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Lembrança que dura meses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Cartão_Sem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62"/>
                </a:solidFill>
                <a:latin typeface="Calibri Light"/>
              </a:rPr>
              <a:t>#01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Cartão Semente — "Semeando Esperança"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Cartões &amp; Marcadores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Cartão 8,5×6,5cm (9 por folha) com frente aquarelada em tons de serra e verso com Isaías 55:11. Inclui envelope kraft mini. Papel semente plantável.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62"/>
                </a:solidFill>
                <a:latin typeface="Calibri"/>
              </a:rPr>
              <a:t>R$ 0,18–0,45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30/h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62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offset 180g ou papel semente, impressão laser, envelope kraft 7×10cm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Imprima 9 por folha, corte com guilhotina. Arquivo miimoska_: kit cartões + envelope.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Isaías 55:11 — A palavra não volta sem 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Kit Cartões + Envelope Coração  •  Catálogo: wa.me/c/557183611110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Marcador_Magné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62"/>
                </a:solidFill>
                <a:latin typeface="Calibri Light"/>
              </a:rPr>
              <a:t>#02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Marcador Magnético — "Lages Acolhedora"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Cartões &amp; Marcadores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Marcador 5×15cm dobrado com imã interno. Arte com araucária e frase sobre leitura bíblica. Fica na geladeira por meses.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62"/>
                </a:solidFill>
                <a:latin typeface="Calibri"/>
              </a:rPr>
              <a:t>R$ 0,35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40/h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62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fotográfico 230g, manta magnética adesiva, laminação fosca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Arquivo miimoska_: 8 por folha. Cole imã entre camadas, vinque ao meio.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Salmo 1:2 — Seu prazer está na lei de Jeová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Marcadores Magnéticos Teocráticos  •  Catálogo: wa.me/c/557183611110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Card_+_Bala_+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62"/>
                </a:solidFill>
                <a:latin typeface="Calibri Light"/>
              </a:rPr>
              <a:t>#03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Card com Bala + QR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Cartões &amp; Marcadores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Cartão 7×10cm com bala de goma fixada e QR code para jw.org (vídeo da campanha). Perfeito para comércio do centro de Lages.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62"/>
                </a:solidFill>
                <a:latin typeface="Calibri"/>
              </a:rPr>
              <a:t>R$ 0,40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50/h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62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Couchê 250g, balinhas Fruit-tella, fita dupla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Use perfurador circular 2,5cm para destacar bala. QR em qrcode-monkey.com.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Venha ouvir as boas novas!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Cartão Bala / Card Bombom  •  Catálogo: wa.me/c/557183611110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Carta_Esperanç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E7D62"/>
                </a:solidFill>
                <a:latin typeface="Calibri Light"/>
              </a:rPr>
              <a:t>#04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Envelope "Carta de Esperança" + Folheto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Cartões &amp; Marcadores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Envelope 10×7cm estilo 'air mail' em kraft com carimbo + mini folheto A6 (4 páginas). Para leitura em casa.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62"/>
                </a:solidFill>
                <a:latin typeface="Calibri"/>
              </a:rPr>
              <a:t>R$ 0,55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25/h  •  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62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Kraft 120g, impressão P&amp;B, carimbo personalizado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Molde envelope com margem de cola. Folheto sulfite 90g dobrado.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Apocalipse 21:4 — Nenhum pranto, nem morte mais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Kit Cartas + Envelopes Teocráticos  •  Catálogo: wa.me/c/557183611110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Caixinha_Mi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7A5F"/>
                </a:solidFill>
                <a:latin typeface="Calibri Light"/>
              </a:rPr>
              <a:t>#05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Caixinha Milk — "Pão Diário"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Caixinhas &amp; Embalagens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Caixinha milk 7×7×10cm com visor acetato. Cabe pão de mel 30g — clima de Lages!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5F"/>
                </a:solidFill>
                <a:latin typeface="Calibri"/>
              </a:rPr>
              <a:t>R$ 1,20 (caixa) + R$ 1,80 (recheio)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20/h  •  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Couchê 230g, acetato, fita de cetim, pão de mel 30g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Vinque todas as dobras antes de colar. Cole com bastão para agilidade.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João 6:35 — Eu sou o pão da vida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Caixa Milk + Tag Vertical  •  Catálogo: wa.me/c/557183611110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Caixinha_Sus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7A5F"/>
                </a:solidFill>
                <a:latin typeface="Calibri Light"/>
              </a:rPr>
              <a:t>#06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Caixinha Sushi + Brownie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Caixinhas &amp; Embalagens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Caixinha sushi kraft 10×6×5cm com berço para brownie 40g. Tampa com janela em coração.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5F"/>
                </a:solidFill>
                <a:latin typeface="Calibri"/>
              </a:rPr>
              <a:t>R$ 1,00 + R$ 2,00 (brownie)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18/h  •  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Kraft 250g, brownie 40g, papel manteiga, tag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Forre com papel manteiga para não engordurar. Janela com cortador.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Salmo 34:8 — Provem que Jeová é bom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Caixinha Sushi / Caixa brownie  •  Catálogo: wa.me/c/557183611110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Bolsinha_Casi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7A5F"/>
                </a:solidFill>
                <a:latin typeface="Calibri Light"/>
              </a:rPr>
              <a:t>#07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Bolsinha Casinha — "Lar com Jeová"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Caixinhas &amp; Embalagens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Bolsinha em formato de casinha 9×9×4cm com telhadinho. Cabe 3 bis ou sachês de chá mate serrano.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5F"/>
                </a:solidFill>
                <a:latin typeface="Calibri"/>
              </a:rPr>
              <a:t>R$ 0,90 + R$ 0,60 (chás)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22/h  •  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fotográfico 180g, fita organza, sachês de chá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Cole telhado por último. Use chá de maçã/canela — combina com inverno.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Josué 24:15 — Eu e minha família serviremos a Jeová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Sacolinha Casinha  •  Catálogo: wa.me/c/557183611110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Travesseirin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7A5F"/>
                </a:solidFill>
                <a:latin typeface="Calibri Light"/>
              </a:rPr>
              <a:t>#08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Envelope Travesseiro — "Abraço Quentinho"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Caixinhas &amp; Embalagens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Travesseirinho 10×12cm com escalda-pés artesanal ou balas toffee. Tema inverno!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5F"/>
                </a:solidFill>
                <a:latin typeface="Calibri"/>
              </a:rPr>
              <a:t>R$ 0,75 + R$ 0,50 (sal)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35/h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180g perolizado, fita cetim, sal aromático em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Dobra simples — só vinco e fita. Faça sal com sal grosso + lavanda.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Isaías 41:10 — Não tenha medo, estou com você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Travesseirinho / Almofadinha  •  Catálogo: wa.me/c/557183611110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Cubo_6×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07A5F"/>
                </a:solidFill>
                <a:latin typeface="Calibri Light"/>
              </a:rPr>
              <a:t>#09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Caixa Cubo 6×6 — "Tesouro"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Caixinhas &amp; Embalagens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Cubo com tampa acetato, laço chanel e pérolas. Dentro: Ferrero + versículo em pergaminho.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7A5F"/>
                </a:solidFill>
                <a:latin typeface="Calibri"/>
              </a:rPr>
              <a:t>R$ 1,10 + R$ 1,50 (bombom)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20/h  •  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250g, acetato, pérola, Ferrero, pergaminho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Cole tampa acetato com fita dupla face transparente.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Mateus 6:21 — Onde estiver seu tesouro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Cubo com visor / Caixa 6×6  •  Catálogo: wa.me/c/557183611110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Solapa_Chá+Ch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EA88A"/>
                </a:solidFill>
                <a:latin typeface="Calibri Light"/>
              </a:rPr>
              <a:t>#10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Solapa Chá + Chocolate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Doces &amp; Mimos quentinhos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Solapa 9×12cm sobre saquinho zip com 2 chás + 1 chocolate 9g. CAMPEÃ DE LAGES!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A88A"/>
                </a:solidFill>
                <a:latin typeface="Calibri"/>
              </a:rPr>
              <a:t>R$ 0,30 + R$ 0,90 (recheio)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45/h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A88A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180g, saquinho zip 7×10cm, chás, chocolate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Grampeie solapa no saquinho. Produza em série: 6 por A4.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Provérbios 16:24 — Palavras gentis são como mel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Solapa para Saco Transparente  •  Catálogo: wa.me/c/557183611110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Rótulo_Pirul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EA88A"/>
                </a:solidFill>
                <a:latin typeface="Calibri Light"/>
              </a:rPr>
              <a:t>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Rótulo Pirulito — "Alegria"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Doces &amp; Mimos quentinhos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Rótulo circular 7cm com abas para pirulito pop. Verso com Romanos 12:12. Crianças amam!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A88A"/>
                </a:solidFill>
                <a:latin typeface="Calibri"/>
              </a:rPr>
              <a:t>R$ 0,15 + R$ 0,40 (pirulito)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60/h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A88A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fotográfico 180g, pirulito pop, fita dupla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Fure centro com estilete para haste. Corte com perforador 7cm.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Romanos 12:12 — Alegrem-se na esperança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Rótulo Pirulito  •  Catálogo: wa.me/c/557183611110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Porta_Bis_Du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EA88A"/>
                </a:solidFill>
                <a:latin typeface="Calibri Light"/>
              </a:rPr>
              <a:t>#12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Porta Bis Duplo — "Forte Abraço"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Doces &amp; Mimos quentinhos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Luva para 2 bis com tag 'Um abraço quentinho'. Arte em tons terrosos. 6 por folha.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A88A"/>
                </a:solidFill>
                <a:latin typeface="Calibri"/>
              </a:rPr>
              <a:t>R$ 0,25 + R$ 1,00 (bis)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50/h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A88A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180g, 2 bis, cola bastão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Dobra simples em U. Use régua para vinco perfeito.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1 Tessalonicenses 5:11 — Encorajem-se mutuamente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Porta Bis  •  Catálogo: wa.me/c/557183611110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Faixa_Garrafi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4EA88A"/>
                </a:solidFill>
                <a:latin typeface="Calibri Light"/>
              </a:rPr>
              <a:t>#13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Tag Garrafinha — "Água da Vida"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Doces &amp; Mimos quentinhos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Faixa 20×4cm para envolver garrafinha 200ml. Para feira e calçadão.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A88A"/>
                </a:solidFill>
                <a:latin typeface="Calibri"/>
              </a:rPr>
              <a:t>R$ 0,20 + R$ 0,65 (água)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55/h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EA88A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Couchê 180g, garrafa 200ml, fita dupla 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5 tiras por A4. Envolva e fixe com cola quente.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João 4:14 — Água que dá vida eterna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Faixa / Cinta para garrafa  •  Catálogo: wa.me/c/557183611110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Bloquin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C6E54"/>
                </a:solidFill>
                <a:latin typeface="Calibri Light"/>
              </a:rPr>
              <a:t>#14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Bloquinho 7×10cm — "Anotações"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Papelaria Criativa &amp; Utilitários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Bloquinho com capa 300g (araucária) + 20 folhas + mini lápis. Para anotar textos.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6E54"/>
                </a:solidFill>
                <a:latin typeface="Calibri"/>
              </a:rPr>
              <a:t>R$ 0,85–1,60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15/h  •  Avançado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6E54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Capa couchê 300g, miolo sulfite, grampo saddle, mini lápis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4 capas por folha A4, miolo dobrado e grampeado. Furador para elástico.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Salmo 119:105 — Tua palavra é lâmpada para meus pés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Bloquinhos / Card com lápis  •  Catálogo: wa.me/c/557183611110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Sachê_Perfum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C6E54"/>
                </a:solidFill>
                <a:latin typeface="Calibri Light"/>
              </a:rPr>
              <a:t>#15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Sachê Perfumado — "Bom Perfume"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Papelaria Criativa &amp; Utilitários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Envelope 9×12cm com sachê de sabonete mini 15g. Fica na gaveta perfumando.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6E54"/>
                </a:solidFill>
                <a:latin typeface="Calibri"/>
              </a:rPr>
              <a:t>R$ 0,70 + R$ 0,90 (sabonete)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30/h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6E54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Papel 180g perolizado, sachê TNT, essência lavanda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Costure sachê TNT com máquina ou cola quente. Pingue 5 gotas de essência.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2 Coríntios 2:15 — Somos o bom perfume de Cristo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Envelope com sachê / Sabonete  •  Catálogo: wa.me/c/557183611110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_Imã_Calendá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C6E54"/>
                </a:solidFill>
                <a:latin typeface="Calibri Light"/>
              </a:rPr>
              <a:t>#16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Imã Calendário Geladeira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Papelaria Criativa &amp; Utilitários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Imã 7×10cm com calendário de 2 meses + oração do Pai Nosso. Na geladeira 60 dias.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6E54"/>
                </a:solidFill>
                <a:latin typeface="Calibri"/>
              </a:rPr>
              <a:t>R$ 0,55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30/h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6E54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Fotográfico 230g + manta magnética, laminação fosca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Plastifique para durar 2 meses. Imã em rolo cortado 7×10.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Mateus 6:9-13 — Pai Nosso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Imã + Calendário  •  Catálogo: wa.me/c/557183611110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Régua_Marc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C6E54"/>
                </a:solidFill>
                <a:latin typeface="Calibri Light"/>
              </a:rPr>
              <a:t>#17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Marcador Régua — "Leia a Bíblia"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Papelaria Criativa &amp; Utilitários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Régua 4×18cm em 300g com escala cm + livros da Bíblia no verso. Para estudantes.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6E54"/>
                </a:solidFill>
                <a:latin typeface="Calibri"/>
              </a:rPr>
              <a:t>R$ 0,28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40/h  •  Fácil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6E54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Couchê 300g laminado, cantos arredondados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Cantoneira para arredondar. Laminação obrigatória.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2 Timóteo 3:16 — Toda Escritura é inspirada por Deus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Régua Marcador  •  Catálogo: wa.me/c/557183611110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6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6217920" cy="6126480"/>
          </a:xfrm>
          <a:prstGeom prst="rect">
            <a:avLst/>
          </a:prstGeom>
          <a:solidFill>
            <a:srgbClr val="F7F3EE"/>
          </a:solidFill>
          <a:ln w="12700">
            <a:solidFill>
              <a:srgbClr val="E8D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_Kit_3_e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5943600" cy="5852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8C6E54"/>
                </a:solidFill>
                <a:latin typeface="Calibri Light"/>
              </a:rPr>
              <a:t>#18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74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24"/>
                </a:solidFill>
                <a:latin typeface="Calibri"/>
              </a:rPr>
              <a:t>Kit 3 em 1 — "Estação da Pregação"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777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Calibri"/>
              </a:rPr>
              <a:t>Papelaria Criativa &amp; Utilitários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14300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Caixa 12×9×4cm com: 1 cartão semente + 1 chá + 1 marcador. Para visitas especiais.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CUSTO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6E54"/>
                </a:solidFill>
                <a:latin typeface="Calibri"/>
              </a:rPr>
              <a:t>R$ 1,20 + R$ 1,80 (recheios)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834640"/>
            <a:ext cx="2286000" cy="8686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880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9999"/>
                </a:solidFill>
                <a:latin typeface="Calibri"/>
              </a:rPr>
              <a:t>PRODUÇÃO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54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24"/>
                </a:solidFill>
                <a:latin typeface="Calibri"/>
              </a:rPr>
              <a:t>15 kits/h  •  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84048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C6E54"/>
                </a:solidFill>
                <a:latin typeface="Calibri"/>
              </a:rPr>
              <a:t>MATERIAIS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06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Caixa 250g, cinta 30×4cm, recheios acima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A5F"/>
                </a:solidFill>
                <a:latin typeface="Calibri"/>
              </a:rPr>
              <a:t>DICA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74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Monte caixa base e só depois insira recheio. Cinta editável.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5806440"/>
            <a:ext cx="4846320" cy="27432"/>
          </a:xfrm>
          <a:prstGeom prst="rect">
            <a:avLst/>
          </a:prstGeom>
          <a:solidFill>
            <a:srgbClr val="E8D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C6E54"/>
                </a:solidFill>
                <a:latin typeface="Calibri"/>
              </a:rPr>
              <a:t>Personalizável com tema da campanha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6492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alibri"/>
              </a:rPr>
              <a:t>↳ Kits com múltiplos itens  •  Catálogo: wa.me/c/557183611110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 Light"/>
              </a:rPr>
              <a:t>Obrigado por levar esperança a Lages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D9E8E0"/>
                </a:solidFill>
                <a:latin typeface="Calibri Light"/>
              </a:rPr>
              <a:t>Com capricho, carinho e criatividade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9E8E0"/>
                </a:solidFill>
                <a:latin typeface="Calibri"/>
              </a:rPr>
              <a:t>Inspirado no trabalho da Karine França (@miimoska_)
'Imprima, monte e venda'  •  Produção física liberada
Que Jeová abençoe cada lar alcançado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D5BB"/>
                </a:solidFill>
                <a:latin typeface="Calibri"/>
              </a:rPr>
              <a:t>WhatsApp: 71 98361-1110  •  Telegram: t.me/miimoska
Instagram: instagram.com/miimoska_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